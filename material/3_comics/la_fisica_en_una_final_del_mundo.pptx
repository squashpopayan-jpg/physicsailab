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59" r:id="rId3"/>
    <p:sldId id="257" r:id="rId4"/>
    <p:sldId id="258" r:id="rId5"/>
    <p:sldId id="25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76" d="100"/>
          <a:sy n="76" d="100"/>
        </p:scale>
        <p:origin x="30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4F6A1-B19A-44B2-827F-521DB3B7F753}" type="datetimeFigureOut">
              <a:rPr lang="es-CO" smtClean="0"/>
              <a:t>30/11/2025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25E69-EAC0-4E40-A508-D845552A68A3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EF78A56-9995-6610-0B60-8A11F8A85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328" y="81980"/>
            <a:ext cx="5423337" cy="68485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" y="403225"/>
            <a:ext cx="8462645" cy="58089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Imagen de 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s-CO"/>
          </a:p>
        </p:txBody>
      </p:sp>
      <p:sp>
        <p:nvSpPr>
          <p:cNvPr id="8" name="AutoShape 6" descr="Imagen de 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s-CO"/>
          </a:p>
        </p:txBody>
      </p:sp>
      <p:sp>
        <p:nvSpPr>
          <p:cNvPr id="9" name="AutoShape 8" descr="Imagen de "/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s-CO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145" y="148590"/>
            <a:ext cx="753999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026" y="477999"/>
            <a:ext cx="4915986" cy="366292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2" y="477999"/>
            <a:ext cx="4609009" cy="317960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14" y="3726180"/>
            <a:ext cx="4269375" cy="299139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531" y="3389583"/>
            <a:ext cx="1644374" cy="829491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79" y="4303667"/>
            <a:ext cx="5134333" cy="2296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111" y="193317"/>
            <a:ext cx="4382789" cy="607231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46" y="110768"/>
            <a:ext cx="5972954" cy="344468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47" y="3698784"/>
            <a:ext cx="4226703" cy="256685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5117" y="3765008"/>
            <a:ext cx="1737227" cy="2500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72" y="325144"/>
            <a:ext cx="4056621" cy="289091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72" y="3323069"/>
            <a:ext cx="5270863" cy="289091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191" y="3269562"/>
            <a:ext cx="4441318" cy="294441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193" y="325144"/>
            <a:ext cx="5399316" cy="283606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6762" y="325144"/>
            <a:ext cx="1023259" cy="850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235" y="316230"/>
            <a:ext cx="7352030" cy="6233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79"/>
          <a:stretch>
            <a:fillRect/>
          </a:stretch>
        </p:blipFill>
        <p:spPr>
          <a:xfrm>
            <a:off x="474980" y="3429000"/>
            <a:ext cx="3494405" cy="254317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277495"/>
            <a:ext cx="4720590" cy="589597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" y="468630"/>
            <a:ext cx="3408045" cy="272224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0" y="4404995"/>
            <a:ext cx="2524760" cy="176847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9385" y="836295"/>
            <a:ext cx="2388235" cy="4778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" y="222250"/>
            <a:ext cx="4447540" cy="336867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70" y="108585"/>
            <a:ext cx="6771640" cy="348234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" y="3799840"/>
            <a:ext cx="5045075" cy="278828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220" y="4032250"/>
            <a:ext cx="5892165" cy="26936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252730"/>
            <a:ext cx="8332470" cy="63290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560" y="224155"/>
            <a:ext cx="8703310" cy="6186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475" y="159385"/>
            <a:ext cx="560705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C29139-E21E-9238-9442-6418AD941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4" y="3585754"/>
            <a:ext cx="8825912" cy="5895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Autores: </a:t>
            </a:r>
          </a:p>
          <a:p>
            <a:pPr marL="0" indent="0">
              <a:buNone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Royher Alejandro Bolaños </a:t>
            </a:r>
          </a:p>
          <a:p>
            <a:pPr marL="0" indent="0">
              <a:buNone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Yesly Michelly Ortega</a:t>
            </a:r>
          </a:p>
          <a:p>
            <a:pPr marL="0" indent="0">
              <a:buNone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Andres Felipe Fernandez 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12564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</Words>
  <Application>Microsoft Office PowerPoint</Application>
  <PresentationFormat>Panorámica</PresentationFormat>
  <Paragraphs>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YESLY MICHELLY ORTEGA GOMEZ</dc:creator>
  <cp:lastModifiedBy>YESLY MICHELLY ORTEGA GOMEZ</cp:lastModifiedBy>
  <cp:revision>11</cp:revision>
  <dcterms:created xsi:type="dcterms:W3CDTF">2025-11-30T22:00:00Z</dcterms:created>
  <dcterms:modified xsi:type="dcterms:W3CDTF">2025-12-01T03:08:21Z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4AFB98BEED634ADDB788B68DC0BD1198_13</vt:lpwstr>
  </property>
  <property fmtid="{D5CDD505-2E9C-101B-9397-08002B2CF9AE}" pid="3" name="KSOProductBuildVer">
    <vt:lpwstr>3082-12.2.0.23155</vt:lpwstr>
  </property>
</Properties>
</file>